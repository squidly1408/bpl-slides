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Creative Arts &amp; Design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Creative Arts &amp;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Creative Arts &amp;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Creative Arts &amp;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Creative Arts &amp;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Creative Arts &amp; Design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640080"/>
            <a:ext cx="2834640" cy="2834640"/>
          </a:xfrm>
          <a:prstGeom prst="ellipse">
            <a:avLst/>
          </a:prstGeom>
          <a:solidFill>
            <a:srgbClr val="E23E6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2194560"/>
            <a:ext cx="2194560" cy="2194560"/>
          </a:xfrm>
          <a:prstGeom prst="ellipse">
            <a:avLst/>
          </a:prstGeom>
          <a:solidFill>
            <a:srgbClr val="FFC93C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310896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7A5CFA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E23E6B">
              <a:alpha val="88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FFC9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Arts &amp; Design</a:t>
            </a:r>
            <a:endParaRPr lang="en-US" sz="4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Make. Show. Repeat.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C93C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2.3975369052678506e+136" dist="7.991789684226167e+135" dir="4.297676999371057e+159">
              <a:srgbClr val="1A1A1A">
                <a:alpha val="1.5999999999999996e+16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3.0448718696901703e+140" dist="1.0149572898967231e+140" dir="2.5786061996226343e+164">
              <a:srgbClr val="1A1A1A">
                <a:alpha val="1.5999999999999996e+169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3.866987274506516e+144" dist="1.2889957581688384e+144" dir="1.5471637197735807e+169">
              <a:srgbClr val="1A1A1A">
                <a:alpha val="1.5999999999999996e+174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18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4.9110738386232757e+148" dist="1.6370246128744248e+148" dir="9.282982318641485e+173">
              <a:srgbClr val="1A1A1A">
                <a:alpha val="1.5999999999999995e+179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6.23706377505156e+152" dist="2.0790212583505195e+152" dir="5.569789391184891e+178">
              <a:srgbClr val="1A1A1A">
                <a:alpha val="1.5999999999999995e+184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5" name="Text 28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36" name="Text 29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7.921070994315481e+156" dist="2.64035699810516e+156" dir="3.3418736347109347e+183">
              <a:srgbClr val="1A1A1A">
                <a:alpha val="1.5999999999999995e+189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3E6B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1" name="Text 33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42" name="Text 34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concept and a style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through drafts and feedback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the work to a live audience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1.005976016278066e+161" dist="3.353253387593553e+160" dir="2.0051241808265608e+188">
              <a:srgbClr val="1A1A1A">
                <a:alpha val="1.5999999999999995e+19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CREATIVE ARTS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themed body of work — illustration, film or music — and stage a public showing of it.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 a genuine brief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identity and visuals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the concept to a client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1.2775895406731439e+165" dist="4.2586318022438123e+164" dir="1.2030745084959364e+193">
              <a:srgbClr val="1A1A1A">
                <a:alpha val="1.5999999999999994e+19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CREATIVE ARTS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brand or campaign for a real client and pitch the whole concept to them.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real creative projects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professional portfolio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arts, design and media paths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1.6225387166548927e+169" dist="5.408462388849642e+168" dir="7.218447050975619e+197">
              <a:srgbClr val="1A1A1A">
                <a:alpha val="1.5999999999999994e+204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CREATIVE ARTS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a week in a studio, gallery, agency or production house on live creative work.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creative work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and document your process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practising artist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BE7EE"/>
          </a:solidFill>
          <a:ln/>
          <a:effectLst>
            <a:outerShdw sx="100000" sy="100000" kx="0" ky="0" algn="bl" rotWithShape="0" blurRad="2.0606241701517138e+173" dist="6.868747233839046e+172" dir="4.3310682305853715e+202">
              <a:srgbClr val="1A1A1A">
                <a:alpha val="1.5999999999999994e+20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CREATIVE ARTS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body of work — an exhibition, short film or EP — mentored by a practising artist.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274320"/>
            <a:ext cx="868680" cy="868680"/>
          </a:xfrm>
          <a:prstGeom prst="ellipse">
            <a:avLst/>
          </a:prstGeom>
          <a:solidFill>
            <a:srgbClr val="E23E6B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822960"/>
            <a:ext cx="502920" cy="502920"/>
          </a:xfrm>
          <a:prstGeom prst="ellipse">
            <a:avLst/>
          </a:prstGeom>
          <a:solidFill>
            <a:srgbClr val="FFC93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2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2.6169926960926765e+177" dist="8.723308986975589e+176" dir="2.598640938351223e+207">
              <a:srgbClr val="1A1A1A">
                <a:alpha val="1.5999999999999995e+214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3.3235807240376994e+181" dist="1.1078602413458997e+181" dir="1.5591845630107338e+212">
              <a:srgbClr val="1A1A1A">
                <a:alpha val="1.5999999999999995e+219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4.220947519527878e+185" dist="1.4069825065092926e+185" dir="9.355107378064403e+216">
              <a:srgbClr val="1A1A1A">
                <a:alpha val="1.5999999999999995e+224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5.360603349800405e+189" dist="1.7868677832668018e+189" dir="5.613064426838642e+221">
              <a:srgbClr val="1A1A1A">
                <a:alpha val="1.5999999999999993e+229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6.807966254246514e+193" dist="2.2693220847488382e+193" dir="3.367838656103185e+226">
              <a:srgbClr val="1A1A1A">
                <a:alpha val="1.5999999999999993e+234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BE7EE"/>
          </a:solidFill>
          <a:ln/>
          <a:effectLst>
            <a:outerShdw sx="100000" sy="100000" kx="0" ky="0" algn="bl" rotWithShape="0" blurRad="8.646117142893073e+197" dist="2.8820390476310245e+197" dir="2.020703193661911e+231">
              <a:srgbClr val="1A1A1A">
                <a:alpha val="1.5999999999999992e+239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E23E6B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61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640080"/>
            <a:ext cx="2834640" cy="2834640"/>
          </a:xfrm>
          <a:prstGeom prst="ellipse">
            <a:avLst/>
          </a:prstGeom>
          <a:solidFill>
            <a:srgbClr val="E23E6B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2194560"/>
            <a:ext cx="2194560" cy="2194560"/>
          </a:xfrm>
          <a:prstGeom prst="ellipse">
            <a:avLst/>
          </a:prstGeom>
          <a:solidFill>
            <a:srgbClr val="FFC93C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310896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7A5CFA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E23E6B">
              <a:alpha val="9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ARTS &amp; DESIGN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your work on the wall.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 of work, a public exhibition and a real portfolio — the pathway into art, design and media.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Arts &amp; Design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