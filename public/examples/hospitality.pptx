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Hospitality &amp; Culinary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Hospitality &amp; Culinary.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Hospitality &amp; Culinary.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Hospitality &amp; Culinary.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Hospitality &amp; Culinary.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Hospitality &amp; Culinary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0E12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548640"/>
            <a:ext cx="3474720" cy="3474720"/>
          </a:xfrm>
          <a:prstGeom prst="ellipse">
            <a:avLst/>
          </a:prstGeom>
          <a:ln w="3175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051560"/>
            <a:ext cx="2468880" cy="2468880"/>
          </a:xfrm>
          <a:prstGeom prst="ellipse">
            <a:avLst/>
          </a:prstGeom>
          <a:ln w="15875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7B1E22">
              <a:alpha val="8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D4A0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Hospitality &amp; Culinary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A0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Craft the experience.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4A017">
                    <a:alpha val="8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43000"/>
            <a:ext cx="3474720" cy="3474720"/>
          </a:xfrm>
          <a:prstGeom prst="ellipse">
            <a:avLst/>
          </a:prstGeom>
          <a:ln w="15875">
            <a:solidFill>
              <a:srgbClr val="7B1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ln w="12700">
            <a:solidFill>
              <a:srgbClr val="A84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1E22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1E22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1E22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1E22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1E22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7B1E22">
                    <a:alpha val="38000"/>
                  </a:srgbClr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43000"/>
            <a:ext cx="3474720" cy="3474720"/>
          </a:xfrm>
          <a:prstGeom prst="ellipse">
            <a:avLst/>
          </a:prstGeom>
          <a:ln w="15875">
            <a:solidFill>
              <a:srgbClr val="7B1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ln w="12700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 menu to a budget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core techniques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and present to guests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HOSPITALITY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 menu, cost it to a budget, then cook and plate it for a real tasting.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43000"/>
            <a:ext cx="3474720" cy="3474720"/>
          </a:xfrm>
          <a:prstGeom prst="ellipse">
            <a:avLst/>
          </a:prstGeom>
          <a:ln w="15875">
            <a:solidFill>
              <a:srgbClr val="7B1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ln w="12700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service and logistics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food safety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live event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HOSPITALITY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and run a pop‑up event or service for a genuine audience.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43000"/>
            <a:ext cx="3474720" cy="3474720"/>
          </a:xfrm>
          <a:prstGeom prst="ellipse">
            <a:avLst/>
          </a:prstGeom>
          <a:ln w="15875">
            <a:solidFill>
              <a:srgbClr val="7B1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ln w="12700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real service beside staff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food safety and standards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culinary and hospitality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HOSPITALITY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days a week in a kitchen, café, hotel or events venue.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43000"/>
            <a:ext cx="3474720" cy="3474720"/>
          </a:xfrm>
          <a:prstGeom prst="ellipse">
            <a:avLst/>
          </a:prstGeom>
          <a:ln w="15875">
            <a:solidFill>
              <a:srgbClr val="7B1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ln w="12700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sustained hospitality project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quality and service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an industry pro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HOSPITALITY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capstone event, menu or venue concept, mentored by a chef or venue manager.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F0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43000"/>
            <a:ext cx="3474720" cy="3474720"/>
          </a:xfrm>
          <a:prstGeom prst="ellipse">
            <a:avLst/>
          </a:prstGeom>
          <a:ln w="15875">
            <a:solidFill>
              <a:srgbClr val="7B1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-640080"/>
            <a:ext cx="2468880" cy="2468880"/>
          </a:xfrm>
          <a:prstGeom prst="ellipse">
            <a:avLst/>
          </a:prstGeom>
          <a:ln w="12700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D0B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3E7DB"/>
          </a:solidFill>
          <a:ln/>
          <a:effectLst>
            <a:outerShdw sx="100000" sy="100000" kx="0" ky="0" algn="bl" rotWithShape="0" blurRad="Infinity" dist="Infinity" dir="Infinity">
              <a:srgbClr val="1A1A1A">
                <a:alpha val="Infinity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7B1E2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3D0B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7A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0E12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548640"/>
            <a:ext cx="3474720" cy="3474720"/>
          </a:xfrm>
          <a:prstGeom prst="ellipse">
            <a:avLst/>
          </a:prstGeom>
          <a:ln w="3175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1051560"/>
            <a:ext cx="2468880" cy="2468880"/>
          </a:xfrm>
          <a:prstGeom prst="ellipse">
            <a:avLst/>
          </a:prstGeom>
          <a:ln w="15875">
            <a:solidFill>
              <a:srgbClr val="A84A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7B1E22">
              <a:alpha val="9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&amp; CULINARY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Serve something memorable.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menu to plate to service — the craft and standards behind culinary and hospitality careers.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days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17+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Hospitality &amp; Culinary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