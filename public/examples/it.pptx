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Information Technology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Information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Information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Information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Information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Information Technology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7840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1556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8696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268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840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412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984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556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124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696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3268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840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2412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984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1556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124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696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3268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7840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412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6984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1556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552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124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696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268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7840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2412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984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1556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9552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124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8696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268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7840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2412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6984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1556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22D3EE">
              <a:alpha val="88000"/>
            </a:srgbClr>
          </a:solidFill>
          <a:ln/>
        </p:spPr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69" name="Shape 66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34D399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71" name="Text 68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</a:t>
            </a:r>
            <a:endParaRPr lang="en-US" sz="4600" dirty="0"/>
          </a:p>
        </p:txBody>
      </p:sp>
      <p:sp>
        <p:nvSpPr>
          <p:cNvPr id="72" name="Text 69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what's next.</a:t>
            </a:r>
            <a:endParaRPr lang="en-US" sz="2600" dirty="0"/>
          </a:p>
        </p:txBody>
      </p:sp>
      <p:sp>
        <p:nvSpPr>
          <p:cNvPr id="73" name="Text 70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74" name="Text 71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4D399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75" name="Text 72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955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671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671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671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31" name="Text 27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37" name="Text 32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38" name="Text 33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43" name="Text 37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44" name="Text 38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9" name="Text 42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50" name="Text 43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55" name="Text 47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56" name="Text 48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955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671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671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671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features and user needs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 and debug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working build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INFORMATION TECHNOLOGY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ship an app, site or game — then demo the working build to real users.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955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671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671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671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client requirements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 solution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document the code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INFORMATION TECHNOLOGY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a real problem with software for a client, then deploy and document it.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955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671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671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671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a real team codebase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industry tools and workflow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IT, software and data paths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INFORMATION TECHNOLOGY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a week in a tech team — dev, data, cyber or IT support.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955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671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671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671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sustained technical build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Version‑controlled and documented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 developer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INFORMATION TECHNOLOGY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capstone system — a full‑stack app, ML model or hardware build — mentored by a developer.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3200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955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67160" y="7772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67160" y="12344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67160" y="169164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50" name="Text 42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51" name="Shape 43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55" name="Text 46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4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0" y="914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1371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7840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155680" y="1828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8696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268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840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412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984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55680" y="22860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124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696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3268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840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2412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984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155680" y="27432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124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696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3268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7840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412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6984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155680" y="32004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552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124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696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268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7840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2412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984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155680" y="36576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9552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124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8696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268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7840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2412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6984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155680" y="4114800"/>
            <a:ext cx="64008" cy="64008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69" name="Text 66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1300" dirty="0"/>
          </a:p>
        </p:txBody>
      </p:sp>
      <p:sp>
        <p:nvSpPr>
          <p:cNvPr id="70" name="Text 67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something people use.</a:t>
            </a:r>
            <a:endParaRPr lang="en-US" sz="4200" dirty="0"/>
          </a:p>
        </p:txBody>
      </p:sp>
      <p:sp>
        <p:nvSpPr>
          <p:cNvPr id="71" name="Text 68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codebases, real teams and real deploys — the pathway into software, data and cyber.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74" name="Text 71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75" name="Shape 72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2800" dirty="0"/>
          </a:p>
        </p:txBody>
      </p:sp>
      <p:sp>
        <p:nvSpPr>
          <p:cNvPr id="77" name="Text 74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78" name="Shape 75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</a:t>
            </a:r>
            <a:endParaRPr lang="en-US" sz="2800" dirty="0"/>
          </a:p>
        </p:txBody>
      </p:sp>
      <p:sp>
        <p:nvSpPr>
          <p:cNvPr id="80" name="Text 77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81" name="Text 78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