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Health &amp; Community Services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Health &amp; Community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Health &amp; Community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Health &amp; Community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Health &amp; Community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Health &amp; Community Services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03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914400" cy="91440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3108960"/>
            <a:ext cx="384048" cy="384048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914400"/>
            <a:ext cx="310896" cy="310896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2743200"/>
            <a:ext cx="457200" cy="45720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1D7874">
              <a:alpha val="88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F26B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Community Services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that changes lives.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6B5E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5.2348683677062537e+70" dist="1.7449561225687507e+70" dir="1.5233993500262402e+83">
              <a:srgbClr val="1A1A1A">
                <a:alpha val="1.5999999999999996e+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6.648282826986942e+74" dist="2.2160942756623134e+74" dir="9.14039610015744e+87">
              <a:srgbClr val="1A1A1A">
                <a:alpha val="1.5999999999999997e+8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8.443319190273415e+78" dist="2.814439730091138e+78" dir="5.484237660094465e+92">
              <a:srgbClr val="1A1A1A">
                <a:alpha val="1.5999999999999997e+94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0723015371647238e+83" dist="3.574338457215745e+82" dir="3.2905425960566786e+97">
              <a:srgbClr val="1A1A1A">
                <a:alpha val="1.5999999999999998e+99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3618229521991992e+87" dist="4.539409840663996e+86" dir="1.9743255576340073e+102">
              <a:srgbClr val="1A1A1A">
                <a:alpha val="1.5999999999999997e+104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729515149292983e+91" dist="5.765050497643275e+90" dir="1.1845953345804043e+107">
              <a:srgbClr val="1A1A1A">
                <a:alpha val="1.5999999999999996e+109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7874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 real health need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clear, kind messaging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outcomes to a panel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2.1964842396020885e+95" dist="7.321614132006959e+94" dir="7.107572007482426e+111">
              <a:srgbClr val="1A1A1A">
                <a:alpha val="1.5999999999999998e+11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wellbeing campaign for your school — then measure how far it reached and what changed.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local services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person‑centred care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access and inclusion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2.7895349842946525e+99" dist="9.298449947648839e+98" dir="4.2645432044894554e+116">
              <a:srgbClr val="1A1A1A">
                <a:alpha val="1.5999999999999998e+11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support program for a local community group and pitch it to the people who run it.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hands‑on patient and client care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empathy and communication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nursing and allied‑health paths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3.542709430054209e+103" dist="1.1809031433514024e+103" dir="2.5587259226936733e+121">
              <a:srgbClr val="1A1A1A">
                <a:alpha val="1.5999999999999997e+12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days a week in a clinic, care home or community service, beside a practitioner.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within duty of care and ethics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real outcomes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6B5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health professional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5F1EE"/>
          </a:solidFill>
          <a:ln/>
          <a:effectLst>
            <a:outerShdw sx="100000" sy="100000" kx="0" ky="0" algn="bl" rotWithShape="0" blurRad="4.4992409761688454e+107" dist="1.499746992056281e+107" dir="1.535235553616204e+126">
              <a:srgbClr val="1A1A1A">
                <a:alpha val="1.5999999999999998e+12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capstone in a care setting — like an aged‑care activity program — guided by a health professional.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1D787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5.714036039734434e+111" dist="1.904678679911477e+111" dir="9.211413321697224e+130">
              <a:srgbClr val="1A1A1A">
                <a:alpha val="1.5999999999999998e+13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7.256825770462731e+115" dist="2.418941923487576e+115" dir="5.526847993018334e+135">
              <a:srgbClr val="1A1A1A">
                <a:alpha val="1.5999999999999998e+139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9.216168728487668e+119" dist="3.0720562428292216e+119" dir="3.3161087958110005e+140">
              <a:srgbClr val="1A1A1A">
                <a:alpha val="1.5999999999999997e+144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1704534285179338e+124" dist="3.9015114283931116e+123" dir="1.9896652774866004e+145">
              <a:srgbClr val="1A1A1A">
                <a:alpha val="1.5999999999999996e+149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486475854217776e+128" dist="4.954919514059251e+127" dir="1.1937991664919603e+150">
              <a:srgbClr val="1A1A1A">
                <a:alpha val="1.5999999999999997e+154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5F1EE"/>
          </a:solidFill>
          <a:ln/>
          <a:effectLst>
            <a:outerShdw sx="100000" sy="100000" kx="0" ky="0" algn="bl" rotWithShape="0" blurRad="1.8878243348565754e+132" dist="6.2927477828552495e+131" dir="7.162794998951762e+154">
              <a:srgbClr val="1A1A1A">
                <a:alpha val="1.5999999999999997e+159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1D7874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03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914400" cy="91440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3108960"/>
            <a:ext cx="384048" cy="384048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914400"/>
            <a:ext cx="310896" cy="310896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2743200"/>
            <a:ext cx="457200" cy="457200"/>
          </a:xfrm>
          <a:prstGeom prst="ellipse">
            <a:avLst/>
          </a:prstGeom>
          <a:solidFill>
            <a:srgbClr val="F26B5E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1D7874">
              <a:alpha val="9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COMMUNITY SERVICES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is a skill you can learn.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placements, real people and the human skills that lead to nursing, allied health and community careers.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&amp; Community Services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